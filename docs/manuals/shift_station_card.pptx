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16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FFFFFF"/>
                </a:solidFill>
              </a:rPr>
              <a:t>🏢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シフト統括 端末ガイド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 err="1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事業所の共用</a:t>
            </a:r>
            <a:r>
              <a:rPr lang="en-US" altLang="ja-JP" sz="2200" dirty="0" err="1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PC</a:t>
            </a:r>
            <a:r>
              <a:rPr lang="en-US" sz="2200" dirty="0" err="1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でできること・できないこと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認定NPO法人 名古屋ろう国際センター   |   職員ステーション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🪪 このアカウントは何？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114800" cy="41148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dirty="0">
                <a:solidFill>
                  <a:srgbClr val="FFFFFF"/>
                </a:solidFill>
              </a:rPr>
              <a:t>🌟</a:t>
            </a:r>
            <a:endParaRPr lang="en-US" sz="140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シフト統括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（事業所端末アカウント）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0" y="1645920"/>
            <a:ext cx="6583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事業所ごとに 1 アカウント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</a:t>
            </a:r>
            <a:r>
              <a:rPr lang="en-US" sz="2000" dirty="0" err="1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共用PCで使う想定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✅ シフトと送迎の運用画面が見える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⚠️ 個人情報・人事の編集はできない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⚠️ お知らせ・研修・遵守事項の編集もできない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🔑 ログイン方法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 を開く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職員ステーションの URL 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ブラウザで開く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343400" y="2834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メール + パスワード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5661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管理者から渡された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メールアドレスとパスワードを入力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38160" y="2834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ログイン完了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0" y="356616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「ダッシュボード」が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表示されたらログイン成功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57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共用端末ではログアウト不要（次の人もそのまま使える）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できること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7889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28090"/>
                </a:solidFill>
              </a:rPr>
              <a:t>📅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利用表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3108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児童の利用予定を見る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7889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8288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28090"/>
                </a:solidFill>
              </a:rPr>
              <a:t>📋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291840" y="2651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シフト表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9000" y="3108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職員の勤務予定を見る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27889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8288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28090"/>
                </a:solidFill>
              </a:rPr>
              <a:t>🚐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6217920" y="2651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送迎表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3108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送迎担当を確認・印刷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0" y="1691640"/>
            <a:ext cx="27889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18288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28090"/>
                </a:solidFill>
              </a:rPr>
              <a:t>📤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9144000" y="2651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日次出力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81160" y="3108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今日の利用児童一覧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27889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148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28090"/>
                </a:solidFill>
              </a:rPr>
              <a:t>📝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365760" y="4937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業務日報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5394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日報を印刷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3977640"/>
            <a:ext cx="27889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41148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28090"/>
                </a:solidFill>
              </a:rPr>
              <a:t>💰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3291840" y="4937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利用料金表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29000" y="5394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月次の料金を印刷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977640"/>
            <a:ext cx="27889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1148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28090"/>
                </a:solidFill>
              </a:rPr>
              <a:t>👥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6217920" y="4937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同席日数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55080" y="5394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職員×児童の同席日数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44000" y="3977640"/>
            <a:ext cx="27889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41148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28090"/>
                </a:solidFill>
              </a:rPr>
              <a:t>📨</a:t>
            </a:r>
            <a:endParaRPr lang="en-US" sz="5000" dirty="0"/>
          </a:p>
        </p:txBody>
      </p:sp>
      <p:sp>
        <p:nvSpPr>
          <p:cNvPr id="35" name="Text 33"/>
          <p:cNvSpPr/>
          <p:nvPr/>
        </p:nvSpPr>
        <p:spPr>
          <a:xfrm>
            <a:off x="9144000" y="4937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休み希望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281160" y="5394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提出された休み希望を見る（閲覧のみ）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⛔ できないこと（管理者に依頼）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1280160"/>
          </a:xfrm>
          <a:prstGeom prst="roundRect">
            <a:avLst>
              <a:gd name="adj" fmla="val 8571"/>
            </a:avLst>
          </a:prstGeom>
          <a:solidFill>
            <a:srgbClr val="FCE8E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C0392B"/>
                </a:solidFill>
              </a:rPr>
              <a:t>👤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職員の追加・退職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3317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人事は管理者専用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532120" cy="1280160"/>
          </a:xfrm>
          <a:prstGeom prst="roundRect">
            <a:avLst>
              <a:gd name="adj" fmla="val 8571"/>
            </a:avLst>
          </a:prstGeom>
          <a:solidFill>
            <a:srgbClr val="FCE8E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874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C0392B"/>
                </a:solidFill>
              </a:rPr>
              <a:t>🔄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315200" y="18288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ロールの変更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23317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権限変更は管理者専用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5532120" cy="1280160"/>
          </a:xfrm>
          <a:prstGeom prst="roundRect">
            <a:avLst>
              <a:gd name="adj" fmla="val 8571"/>
            </a:avLst>
          </a:prstGeom>
          <a:solidFill>
            <a:srgbClr val="FCE8E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91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C0392B"/>
                </a:solidFill>
              </a:rPr>
              <a:t>🏢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645920" y="32461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事業所の追加・編集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3749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組織変更は管理者専用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108960"/>
            <a:ext cx="5532120" cy="1280160"/>
          </a:xfrm>
          <a:prstGeom prst="roundRect">
            <a:avLst>
              <a:gd name="adj" fmla="val 8571"/>
            </a:avLst>
          </a:prstGeom>
          <a:solidFill>
            <a:srgbClr val="FCE8E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291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C0392B"/>
                </a:solidFill>
              </a:rPr>
              <a:t>🏷️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7315200" y="32461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カテゴリの作成・編集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0" y="3749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マネージャーまでの権限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5532120" cy="1280160"/>
          </a:xfrm>
          <a:prstGeom prst="roundRect">
            <a:avLst>
              <a:gd name="adj" fmla="val 8571"/>
            </a:avLst>
          </a:prstGeom>
          <a:solidFill>
            <a:srgbClr val="FCE8E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09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C0392B"/>
                </a:solidFill>
              </a:rPr>
              <a:t>📜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1645920" y="46634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遵守事項の編集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5166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法人ルールは管理者専用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4526280"/>
            <a:ext cx="5532120" cy="1280160"/>
          </a:xfrm>
          <a:prstGeom prst="roundRect">
            <a:avLst>
              <a:gd name="adj" fmla="val 8571"/>
            </a:avLst>
          </a:prstGeom>
          <a:solidFill>
            <a:srgbClr val="FCE8E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709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C0392B"/>
                </a:solidFill>
              </a:rPr>
              <a:t>📚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7315200" y="46634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研修・お知らせ・マニュアルの編集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0" y="5166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配信は管理者専用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039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これらは LINE か直接、管理者に依頼してください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シフト表の見方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シフト表のスクリーンショット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（後日差し込み）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8090"/>
                </a:solidFill>
              </a:rPr>
              <a:t>📆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上部の月をクリックして月切替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8090"/>
                </a:solidFill>
              </a:rPr>
              <a:t>🟢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「公開済」のシフトは緑バッジ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8090"/>
                </a:solidFill>
              </a:rPr>
              <a:t>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「作成完了」は黄、「下書き」は灰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8090"/>
                </a:solidFill>
              </a:rPr>
              <a:t>🔢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日付の下の数字は当日利用人数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8090"/>
                </a:solidFill>
              </a:rPr>
              <a:t>⏳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「待 N」はキャンセル待ち件数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🚐 送迎表の見方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送迎表のスクリーンショット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（後日差し込み）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8090"/>
                </a:solidFill>
              </a:rPr>
              <a:t>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緑のチップは送迎担当が決まっている児童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8090"/>
                </a:solidFill>
              </a:rPr>
              <a:t>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赤枠は「担当未割当」（マネージャーが調整）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8090"/>
                </a:solidFill>
              </a:rPr>
              <a:t>⏳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「キャンセル待ち」は別セクションに表示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8090"/>
                </a:solidFill>
              </a:rPr>
              <a:t>🖨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「印刷」ボタンで A4 横で出力可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8090"/>
                </a:solidFill>
              </a:rPr>
              <a:t>📅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日付ナビで前後の日に切替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57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dirty="0">
                <a:solidFill>
                  <a:srgbClr val="FFFFFF"/>
                </a:solidFill>
              </a:rPr>
              <a:t>💬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困ったら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743200" y="3840480"/>
            <a:ext cx="667512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3840480"/>
            <a:ext cx="6675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57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🏢 マネージャー or 管理者へ連絡
</a:t>
            </a:r>
            <a:r>
              <a:rPr lang="en-US" sz="800" dirty="0">
                <a:solidFill>
                  <a:srgbClr val="000000"/>
                </a:solidFill>
              </a:rPr>
              <a:t>
</a:t>
            </a: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/ 電話 / 直接 — どの手段でも OK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Microsoft Office PowerPoint</Application>
  <PresentationFormat>ワイド画面</PresentationFormat>
  <Paragraphs>116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Yu Gothic UI</vt:lpstr>
      <vt:lpstr>Arial</vt:lpstr>
      <vt:lpstr>Cambria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deaf-ic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シフト統括 端末ガイド</dc:title>
  <dc:subject>PptxGenJS Presentation</dc:subject>
  <dc:creator>認定NPO法人 名古屋ろう国際センター</dc:creator>
  <cp:lastModifiedBy>HAN W</cp:lastModifiedBy>
  <cp:revision>2</cp:revision>
  <dcterms:created xsi:type="dcterms:W3CDTF">2026-05-07T05:24:36Z</dcterms:created>
  <dcterms:modified xsi:type="dcterms:W3CDTF">2026-05-07T05:31:45Z</dcterms:modified>
</cp:coreProperties>
</file>