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57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FFFFFF"/>
                </a:solidFill>
              </a:rPr>
              <a:t>🏛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0" y="246888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管理者運用マニュアル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36576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法人運営・人材管理・人事評価への活用 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認定NPO法人 名古屋ろう国際センター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🏛 管理者の役割（admin）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20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4480560"/>
          </a:xfrm>
          <a:prstGeom prst="roundRect">
            <a:avLst>
              <a:gd name="adj" fmla="val 3061"/>
            </a:avLst>
          </a:prstGeom>
          <a:solidFill>
            <a:srgbClr val="E6F4F1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全ての権限を持つ法人本部担当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🏢 事業所の追加・編集・削除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👤 職員の招待・退職処理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🔄 ロールの変更（admin / manager / employee）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80060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🪪 シフト統括アカウントの発行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55778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🔐 アクセス権限マトリクスの設定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📢 全事業所のお知らせ・研修・マニュアル管理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32461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📜 法人の遵守事項の編集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40233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🏷 全カテゴリの管理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480060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📊 全事業所のシフト・送迎・利用料金表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55778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🤖 AI 診断結果の閲覧（manager と共通）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🏛 法人（tenant）設定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20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🏢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法人名・住所・連絡先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🎨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ロゴ画像のアップロード（PDF差込にも反映）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🏦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給与振込元銀行口座（最大 3 つ）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📜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PDF テンプレートのフォントサイズ・配置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🔒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本設定は admin のみ編集可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🏢 事業所の追加・編集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20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➕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事業所の新規追加（名前・住所）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✏️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既存事業所の編集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🔄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DnD で表示順を変更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🗑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削除は慎重に（履歴データも消える）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💡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事業所追加時はマネージャー任命も忘れずに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🎚 事業所のフィーチャー設定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20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4480560"/>
          </a:xfrm>
          <a:prstGeom prst="roundRect">
            <a:avLst>
              <a:gd name="adj" fmla="val 3061"/>
            </a:avLst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57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事業所ごとに ON / OFF できる機能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28090"/>
                </a:solidFill>
              </a:rPr>
              <a:t>🚐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645920" y="2606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送迎機能（transport_enabled）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45920" y="3063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OFF にすると送迎表ナビ + 送迎関連 UI が消える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70332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28090"/>
                </a:solidFill>
              </a:rPr>
              <a:t>📋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645920" y="3703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シフトのみモード（shift_only_mode）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45920" y="41605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ON にすると利用表・送迎表・日次出力等が消える（本部用）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80060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28090"/>
                </a:solidFill>
              </a:rPr>
              <a:t>📅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645920" y="48006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シフト機能（shift_enabled）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45920" y="52578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基本 ON 運用。事業所セレクタからの除外用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👤 職員の招待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20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✉️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メールアドレス + 氏名 + 役職を入力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🔗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招待リンクが自動生成（有効期限 約 1 時間）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📩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リンクを LINE 等で本人に送る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🔑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本人がリンクからパスワード設定 → ログイン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⚠️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期限切れたら再招待（過去のリンクは無効）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🚪 職員の退職処理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20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🔘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個別職員ページから「退職」ボタン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🚫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auth.users が BAN され、ログイン不可になる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🟡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在職中のセッションも次回 middleware で signOut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💾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シフト・出勤履歴は残る（データ削除はしない）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🔄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「在職に戻す」で復帰可（BAN 解除）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4A2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自分自身を退職にすることはできません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🔄 ロール変更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20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4480560"/>
          </a:xfrm>
          <a:prstGeom prst="roundRect">
            <a:avLst>
              <a:gd name="adj" fmla="val 3061"/>
            </a:avLst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57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ロール（+ 1 特殊ロール）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103327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5603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管理者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017520" y="25603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admin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94960" y="256032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全権限。法人本部担当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3401568"/>
            <a:ext cx="103327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40156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マネージャー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17520" y="340156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manager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3401568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自事業所のシフト・送迎・人材を運用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4242816"/>
            <a:ext cx="103327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242816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シフト統括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017520" y="4242816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shift_manager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4242816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事業所共用端末。閲覧・運用画面のみ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" y="5084064"/>
            <a:ext cx="103327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5084064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一般職員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017520" y="5084064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employee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5084064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自分の画面・休み希望・コンテンツ閲覧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🪪 シフト統括アカウントの発行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 / 20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🏢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事業所ごとに 1 アカウント自動発行（API: issue-shift-account）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📧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email = shift-{8文字}@deaf-ic-nagoya.org（ダミー）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🔐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パスワードは 16 文字自動生成（モーダル 1 度だけ表示）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📋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事業所の共用タブレット・PC に設定する想定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🔁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紛失時は再発行可能（既存があると 409 エラー）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🔐 アクセス権限マトリクス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 / 20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📊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manager × 事業所 のクロス表でアクセス権を可視化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➕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manager_facilities テーブルで兼任を許可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🎯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兼任先で他事業所の運用画面を編集可能に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👁️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admin は全事業所を自動的に管轄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⚙️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変更後は対象 manager の再ログイン推奨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🏷 カテゴリ管理（admin の責任）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 / 20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📁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お知らせ / 研修 / マニュアル / 遵守事項 各 4 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🎨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アイコン（絵文字）+ 色を統一して見やすく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🔄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DnD で並び替え（職員側にも反映）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🗑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削除前に「このカテゴリの項目数」を確認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🎯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カテゴリ整理は admin の役割。manager 任せにしない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📢 コンテンツの一括公開・配信対象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 / 20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✅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一括公開ボタンで全件 ON / OFF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🎯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配信対象（target_type）: 全員 / 事業所 / 役職 で絞れる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🏢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事業所別配信は target_facility_ids で複数選択可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👔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役職別配信は target_position_ids で指定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🔔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公開時に通知キューが自動生成（通知される）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🤖 AI 診断（admin / manager のみ）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13 / 20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🧠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claude-haiku-4-5 で職員プロフィールを分析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📊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 30 回上限（MAX_AI_DIAGNOSIS_PER_MONTH）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👀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結果は admin / manager のみ閲覧可（employee 非表示）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💼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面談・育成計画のたたき台として活用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🚫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API キー未設定時は機能非表示（エラーにしない）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Chapter 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0" y="310896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人事評価への活用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64008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14 / 20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自動的に蓄積される評価エビデンス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15 / 20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4480560"/>
          </a:xfrm>
          <a:prstGeom prst="roundRect">
            <a:avLst>
              <a:gd name="adj" fmla="val 3061"/>
            </a:avLst>
          </a:prstGeom>
          <a:solidFill>
            <a:srgbClr val="F5E5EC"/>
          </a:solidFill>
          <a:ln w="25400">
            <a:solidFill>
              <a:srgbClr val="6D2E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日々の業務記録 = 評価の客観データ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D2E46"/>
                </a:solidFill>
              </a:rPr>
              <a:t>⏰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45920" y="2423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勤務態度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31920" y="242316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出勤履歴 / 遅刻早退 / 公休・有給取得 / シフト変更申請の頻度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1363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D2E46"/>
                </a:solidFill>
              </a:rPr>
              <a:t>📚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45920" y="313639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学習姿勢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31920" y="3136392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研修受講・合否 / 遵守事項同意 / カテゴリ別到達率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84962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D2E46"/>
                </a:solidFill>
              </a:rPr>
              <a:t>👁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45920" y="3849624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情報感度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31920" y="3849624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お知らせ既読率 / マニュアル既読率 / 確認頻度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456285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D2E46"/>
                </a:solidFill>
              </a:rPr>
              <a:t>👥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645920" y="4562856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コミュニケーション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31920" y="4562856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部下管理画面のフィードバック / DM のやり取り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52760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D2E46"/>
                </a:solidFill>
              </a:rPr>
              <a:t>🤖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645920" y="5276088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診断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31920" y="5276088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月次 AI 診断の結果（参考材料として）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⏰ 勤務態度の評価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16 / 20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部下管理 / 同席日数の画面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📅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出勤日数 / 公休 / 有給 / 振休のバランス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🟡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遅刻 (late) / 早退 (early_leave) ステータスの頻度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🔄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シフト変更申請の頻度・理由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🚐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送迎担当の引き受け回数（協調性の指標）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👥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同席日数で「特定児童との関係構築」を可視化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📚 学習姿勢の評価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17 / 20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部下管理 / 進捗ダッシュボード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🎓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研修の受講率（公開された研修のうち何件提出したか）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✅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合否判定（passed / failed / resubmit）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📜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遵守事項の同意までの日数（早い = 意識高い）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🔁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差し戻し後の再提出の質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🏷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カテゴリ別の達成度（ろう者支援 / 児童発達 / 安全衛生 等）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👁 情報感度の評価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18 / 20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view_logs / 既読率レポート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📢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お知らせの既読率・既読までの時間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📖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業務マニュアルの閲覧頻度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🔔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🆕 バッジへの反応速度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📊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view_logs に「いつ・何回」見たかが記録される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🎯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配信対象に含まれているのに未読 = 要フォロー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💬 コミュニケーション・1on1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19 / 20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部下プロフィール / DM 画面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👤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部下管理画面で個別プロファイルを参照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💬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DM 機能で 1on1 の記録を残す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📝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面談メモは AI 診断と組み合わせて整理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📅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定期 1on1 のリズムをアプリで可視化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🎯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評価面談で「具体的な行動」を引用しやすい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注意点（プライバシー・本人開示）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 / 20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4480560"/>
          </a:xfrm>
          <a:prstGeom prst="roundRect">
            <a:avLst>
              <a:gd name="adj" fmla="val 3061"/>
            </a:avLst>
          </a:prstGeom>
          <a:solidFill>
            <a:srgbClr val="FCE8E6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運用前に必ず確認する 5 つ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0392B"/>
                </a:solidFill>
              </a:rPr>
              <a:t>📜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45920" y="242316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プライバシーポリシー: 業務記録を評価に使うことを明記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1363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0392B"/>
                </a:solidFill>
              </a:rPr>
              <a:t>👁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45920" y="3136392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本人開示の方針: 求められたら開示するのか、しないのか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84962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0392B"/>
                </a:solidFill>
              </a:rPr>
              <a:t>⚖️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45920" y="3849624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労務リスク: 「監視ツール」と受け取られない説明をする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56285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0392B"/>
                </a:solidFill>
              </a:rPr>
              <a:t>🤖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45920" y="4562856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診断結果は「参考資料」止め。最終判断は人がする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52760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0392B"/>
                </a:solidFill>
              </a:rPr>
              <a:t>🤝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645920" y="5276088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人事制度との整合: 既存の評価フォーマットに合わせて使う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257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dirty="0">
                <a:solidFill>
                  <a:srgbClr val="FFFFFF"/>
                </a:solidFill>
              </a:rPr>
              <a:t>💬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0" y="265176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困ったら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2743200" y="3840480"/>
            <a:ext cx="667512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0" y="3840480"/>
            <a:ext cx="6675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57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🛠 開発担当へ連絡
</a:t>
            </a:r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GitHub Issue / メール — 仕様変更の相談も歓迎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64008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 / 20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deaf-ic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管理者運用マニュアル</dc:title>
  <dc:subject>PptxGenJS Presentation</dc:subject>
  <dc:creator>認定NPO法人 名古屋ろう国際センター</dc:creator>
  <cp:lastModifiedBy>認定NPO法人 名古屋ろう国際センター</cp:lastModifiedBy>
  <cp:revision>1</cp:revision>
  <dcterms:created xsi:type="dcterms:W3CDTF">2026-05-07T05:47:57Z</dcterms:created>
  <dcterms:modified xsi:type="dcterms:W3CDTF">2026-05-07T05:47:57Z</dcterms:modified>
</cp:coreProperties>
</file>