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0"/>
            <a:ext cx="121916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0" dirty="0">
                <a:solidFill>
                  <a:srgbClr val="FFFFFF"/>
                </a:solidFill>
              </a:rPr>
              <a:t>👋</a:t>
            </a:r>
            <a:endParaRPr lang="en-US" sz="11000" dirty="0"/>
          </a:p>
        </p:txBody>
      </p:sp>
      <p:sp>
        <p:nvSpPr>
          <p:cNvPr id="3" name="Text 1"/>
          <p:cNvSpPr/>
          <p:nvPr/>
        </p:nvSpPr>
        <p:spPr>
          <a:xfrm>
            <a:off x="0" y="2468880"/>
            <a:ext cx="1219169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職員ステーション 使い方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0" y="365760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〜 自分の画面でできること 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0" y="594360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認定NPO法人 名古屋ろう国際センター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103628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🔑 ログイン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728655" y="914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 / 10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657600" cy="402336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0" y="192024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2011680" y="1920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28346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URL を開く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356616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スマホ・PC のブラウザで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職員ステーションを開く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43400" y="1737360"/>
            <a:ext cx="3657600" cy="402336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06440" y="192024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5806440" y="1920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343400" y="28346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メール + パスワード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17720" y="356616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管理者から渡された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メール・パスワードを入力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38160" y="1737360"/>
            <a:ext cx="3657600" cy="402336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01200" y="192024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0" y="1920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8138160" y="28346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ダッシュボード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412480" y="356616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自分の名前が右上に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表示されたらログイン成功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257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パスワードを忘れたら「パスワードを再設定」から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103628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🏠 ダッシュボード（最初の画面）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728655" y="914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 / 10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5943600" cy="4389120"/>
          </a:xfrm>
          <a:prstGeom prst="roundRect">
            <a:avLst>
              <a:gd name="adj" fmla="val 2083"/>
            </a:avLst>
          </a:prstGeom>
          <a:solidFill>
            <a:srgbClr val="F5F5F5"/>
          </a:solidFill>
          <a:ln w="19050">
            <a:solidFill>
              <a:srgbClr val="6B728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1737360"/>
            <a:ext cx="59436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📸 画面のイメージ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67512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28090"/>
                </a:solidFill>
              </a:rPr>
              <a:t>🌟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0" y="182880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今日の自分のシフトが見える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675120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28090"/>
                </a:solidFill>
              </a:rPr>
              <a:t>📨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315200" y="269748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新しいお知らせがあれば赤バッジ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675120" y="3566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28090"/>
                </a:solidFill>
              </a:rPr>
              <a:t>📚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315200" y="356616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未受講の研修があればここに出る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675120" y="4434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28090"/>
                </a:solidFill>
              </a:rPr>
              <a:t>📜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315200" y="44348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同意していない遵守事項も表示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675120" y="5303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28090"/>
                </a:solidFill>
              </a:rPr>
              <a:t>👈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315200" y="530352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左のメニューから各画面に移動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103628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📅 自分のシフトを見る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728655" y="914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 / 10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5943600" cy="4389120"/>
          </a:xfrm>
          <a:prstGeom prst="roundRect">
            <a:avLst>
              <a:gd name="adj" fmla="val 2083"/>
            </a:avLst>
          </a:prstGeom>
          <a:solidFill>
            <a:srgbClr val="F5F5F5"/>
          </a:solidFill>
          <a:ln w="19050">
            <a:solidFill>
              <a:srgbClr val="6B728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1737360"/>
            <a:ext cx="59436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📸 画面のイメージ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67512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28090"/>
                </a:solidFill>
              </a:rPr>
              <a:t>🟢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0" y="182880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公開されたシフトのみ表示される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675120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28090"/>
                </a:solidFill>
              </a:rPr>
              <a:t>📆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315200" y="269748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月切替で前後の月を見られる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675120" y="3566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28090"/>
                </a:solidFill>
              </a:rPr>
              <a:t>🕐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315200" y="356616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出勤時間・休憩時間が確認できる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675120" y="4434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28090"/>
                </a:solidFill>
              </a:rPr>
              <a:t>🚐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315200" y="44348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送迎担当の日も自分の画面で見える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675120" y="5303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28090"/>
                </a:solidFill>
              </a:rPr>
              <a:t>🔄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315200" y="530352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シフト変更したいときは「申請」から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103628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🏖 休み希望を出す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728655" y="914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 / 10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5943600" cy="4389120"/>
          </a:xfrm>
          <a:prstGeom prst="roundRect">
            <a:avLst>
              <a:gd name="adj" fmla="val 2083"/>
            </a:avLst>
          </a:prstGeom>
          <a:solidFill>
            <a:srgbClr val="F5F5F5"/>
          </a:solidFill>
          <a:ln w="19050">
            <a:solidFill>
              <a:srgbClr val="6B728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1737360"/>
            <a:ext cx="59436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📸 画面のイメージ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67512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28090"/>
                </a:solidFill>
              </a:rPr>
              <a:t>📅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0" y="182880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提出する月を選ぶ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675120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28090"/>
                </a:solidFill>
              </a:rPr>
              <a:t>🔴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315200" y="269748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公休にしたい日 → 赤で印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675120" y="3566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28090"/>
                </a:solidFill>
              </a:rPr>
              <a:t>🟡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315200" y="356616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有給を取りたい日 → 黄で印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675120" y="4434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28090"/>
                </a:solidFill>
              </a:rPr>
              <a:t>🟢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315200" y="44348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出勤可能な日 → 緑で印（任意）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675120" y="5303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28090"/>
                </a:solidFill>
              </a:rPr>
              <a:t>📤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315200" y="530352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「提出」を押すとマネージャーに届く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257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提出後でも、締切前ならマネージャーに頼んで修正可能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103628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📜 遵守事項を見る・同意する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728655" y="914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 / 10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5943600" cy="4389120"/>
          </a:xfrm>
          <a:prstGeom prst="roundRect">
            <a:avLst>
              <a:gd name="adj" fmla="val 2083"/>
            </a:avLst>
          </a:prstGeom>
          <a:solidFill>
            <a:srgbClr val="F5F5F5"/>
          </a:solidFill>
          <a:ln w="19050">
            <a:solidFill>
              <a:srgbClr val="6B728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1737360"/>
            <a:ext cx="59436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📸 画面のイメージ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67512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28090"/>
                </a:solidFill>
              </a:rPr>
              <a:t>📑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0" y="182880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法人の遵守事項が一覧で表示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675120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28090"/>
                </a:solidFill>
              </a:rPr>
              <a:t>👀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315200" y="269748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本文を最後まで読む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675120" y="3566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28090"/>
                </a:solidFill>
              </a:rPr>
              <a:t>✅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315200" y="356616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読み終わったら「同意しました」をチェック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675120" y="4434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28090"/>
                </a:solidFill>
              </a:rPr>
              <a:t>🔁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315200" y="44348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内容が更新されたら、再度同意が必要になる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675120" y="5303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28090"/>
                </a:solidFill>
              </a:rPr>
              <a:t>⏰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315200" y="530352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同意していないものは赤マークで表示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103628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📚 研修を受ける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728655" y="914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 / 10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5943600" cy="4389120"/>
          </a:xfrm>
          <a:prstGeom prst="roundRect">
            <a:avLst>
              <a:gd name="adj" fmla="val 2083"/>
            </a:avLst>
          </a:prstGeom>
          <a:solidFill>
            <a:srgbClr val="F5F5F5"/>
          </a:solidFill>
          <a:ln w="19050">
            <a:solidFill>
              <a:srgbClr val="6B728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1737360"/>
            <a:ext cx="59436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📸 画面のイメージ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67512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28090"/>
                </a:solidFill>
              </a:rPr>
              <a:t>📖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0" y="182880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研修一覧から受講するものを選ぶ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675120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28090"/>
                </a:solidFill>
              </a:rPr>
              <a:t>🎥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315200" y="269748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本文 / 動画 / PDF を最後まで見る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675120" y="3566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28090"/>
                </a:solidFill>
              </a:rPr>
              <a:t>✏️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315200" y="356616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「受講した内容のまとめ」を 300 文字以上で記入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675120" y="4434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28090"/>
                </a:solidFill>
              </a:rPr>
              <a:t>📤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315200" y="44348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提出するとマネージャーが確認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675120" y="5303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28090"/>
                </a:solidFill>
              </a:rPr>
              <a:t>✅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315200" y="530352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合格判定が出ると「修了」マークが付く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103628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📢 お知らせを見る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728655" y="914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 / 10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5943600" cy="4389120"/>
          </a:xfrm>
          <a:prstGeom prst="roundRect">
            <a:avLst>
              <a:gd name="adj" fmla="val 2083"/>
            </a:avLst>
          </a:prstGeom>
          <a:solidFill>
            <a:srgbClr val="F5F5F5"/>
          </a:solidFill>
          <a:ln w="19050">
            <a:solidFill>
              <a:srgbClr val="6B728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1737360"/>
            <a:ext cx="59436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📸 画面のイメージ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67512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28090"/>
                </a:solidFill>
              </a:rPr>
              <a:t>🆕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0" y="182880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新着には 🆕 バッジが付く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675120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28090"/>
                </a:solidFill>
              </a:rPr>
              <a:t>📂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315200" y="269748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カテゴリ（重要・連絡事項など）で分類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675120" y="3566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28090"/>
                </a:solidFill>
              </a:rPr>
              <a:t>👁️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315200" y="356616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開くと「既読」になる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675120" y="4434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28090"/>
                </a:solidFill>
              </a:rPr>
              <a:t>🎯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315200" y="44348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自分宛て（事業所・役職）のお知らせのみ表示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675120" y="5303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28090"/>
                </a:solidFill>
              </a:rPr>
              <a:t>🔍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315200" y="530352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過去のお知らせも検索できる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103628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📖 業務マニュアルを見る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728655" y="914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9 / 10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5943600" cy="4389120"/>
          </a:xfrm>
          <a:prstGeom prst="roundRect">
            <a:avLst>
              <a:gd name="adj" fmla="val 2083"/>
            </a:avLst>
          </a:prstGeom>
          <a:solidFill>
            <a:srgbClr val="F5F5F5"/>
          </a:solidFill>
          <a:ln w="19050">
            <a:solidFill>
              <a:srgbClr val="6B728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1737360"/>
            <a:ext cx="59436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📸 画面のイメージ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67512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28090"/>
                </a:solidFill>
              </a:rPr>
              <a:t>📚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0" y="182880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業務マニュアル一覧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675120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28090"/>
                </a:solidFill>
              </a:rPr>
              <a:t>📂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315200" y="269748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カテゴリ別に整理されている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675120" y="3566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28090"/>
                </a:solidFill>
              </a:rPr>
              <a:t>📄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315200" y="356616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PDF / 動画 / 本文 で読める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675120" y="4434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28090"/>
                </a:solidFill>
              </a:rPr>
              <a:t>🔁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315200" y="44348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何度でも繰り返し参照可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675120" y="5303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28090"/>
                </a:solidFill>
              </a:rPr>
              <a:t>📍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315200" y="530352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「このページに書いてあった」を覚えておくと便利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57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097280"/>
            <a:ext cx="121916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0" dirty="0">
                <a:solidFill>
                  <a:srgbClr val="FFFFFF"/>
                </a:solidFill>
              </a:rPr>
              <a:t>💬</a:t>
            </a:r>
            <a:endParaRPr lang="en-US" sz="13000" dirty="0"/>
          </a:p>
        </p:txBody>
      </p:sp>
      <p:sp>
        <p:nvSpPr>
          <p:cNvPr id="3" name="Text 1"/>
          <p:cNvSpPr/>
          <p:nvPr/>
        </p:nvSpPr>
        <p:spPr>
          <a:xfrm>
            <a:off x="0" y="2651760"/>
            <a:ext cx="121916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困ったら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2743200" y="3840480"/>
            <a:ext cx="667512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0" y="3840480"/>
            <a:ext cx="6675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57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🏢 マネージャー / 管理者へ
</a:t>
            </a:r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
</a:t>
            </a:r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LINE / 直接 — どの手段でも OK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0" y="640080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10 / 10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deaf-ic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職員ステーション 使い方</dc:title>
  <dc:subject>PptxGenJS Presentation</dc:subject>
  <dc:creator>認定NPO法人 名古屋ろう国際センター</dc:creator>
  <cp:lastModifiedBy>認定NPO法人 名古屋ろう国際センター</cp:lastModifiedBy>
  <cp:revision>1</cp:revision>
  <dcterms:created xsi:type="dcterms:W3CDTF">2026-05-07T05:35:18Z</dcterms:created>
  <dcterms:modified xsi:type="dcterms:W3CDTF">2026-05-07T05:35:18Z</dcterms:modified>
</cp:coreProperties>
</file>