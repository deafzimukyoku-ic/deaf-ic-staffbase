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FFFFFF"/>
                </a:solidFill>
              </a:rPr>
              <a:t>🧭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マネージャー操作ガイド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自事業所のシフト・送迎・人材を運用する 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認定NPO法人 名古屋ろう国際センター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マネージャーの役割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E6F4F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できること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自事業所の全シフト・送迎・利用予定の編集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児童管理（自事業所のみ）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職員のシフト関連設定（時間・資格・並び順）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休み希望の承認 / 変更申請の承認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利用料金表の作成・印刷
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お知らせ / 研修 / マニュアル / 遵守事項の編集
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カテゴリ管理（自事業所スコープ）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FCE8E6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⛔ できないこと（管理者へ）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職員の追加（招待）・退職処理
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ロール変更（admin / manager / employee）
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事業所の追加・削除
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法人（tenant）設定
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• 他事業所の運用画面の編集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マネージャーダッシュボード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今月の進捗（シフト公開状況・休み希望の集まり具合）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部下からの新着申請・承認待ち件数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未対応の通知（差戻された研修・コメント）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今日の送迎担当の状況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主要画面へのショートカット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利用予定（手動入力）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児童ごとに 1 行・日付ごとに 1 列のグリッド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🖱️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セルをクリックして利用予定モーダルを開く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迎え時刻・送り時刻・送迎方法（迎/自）を設定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お休み / 欠席 / キャンセル待ち を選ぶと時刻 NULL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💾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保存すると即時グリッドに反映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利用予定（デイロボ PDF 取込）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「PDF を取り込む」からデイロボ PDF を選択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が自動解析（claude-sonnet-4 を使用）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確認画面で内容を必ずチェック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同じ日付の予定があれば上書き（追記ではない）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API キー未設定時は手動入力にフォールバック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旧データは新 PDF に含まれない児童だけ残るので注意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出席ステータスの考え方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出席判定 = 「時刻が入っている」AND「キャンセル待ちではない」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🟢 出席（planned/present）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651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時刻入り → 自動で出席カウント。利用料金表・送迎表・シフト人数に反映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🟥 お休み（leave）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3520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時刻 NULL に強制。利用料金表・送迎表から除外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⛔ 欠席（absent）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4389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時刻 NULL に強制。利用料金表・送迎表から除外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57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⏳ キャンセル待ち（waitlist）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5257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時刻保持（present 昇格時のため）。出席にはカウントしない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シフト作成（半自動生成）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月を選んで「シフト生成」ボタン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日ごとの利用人数から最低出勤人数を計算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有資格者の最低人数も確保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🏖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職員の休み希望（公休・有給）を反映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生成結果は「下書き」状態で保存（自動公開しない）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✋ シフト作成（手動調整）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🖱️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日付セルをクリックして職員を追加・削除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出勤時刻・退勤時刻を直接編集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🏷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コアタイム（提供時間内）の有資格者数を表示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🔢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余力（児童数 ÷ 出勤数）が緑/黄/赤で警告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💾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変更は自動保存（手動セーブ不要）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🚦 シフト公開フロー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3F4F6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下書き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編集中。職員には見えない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FF4E5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作成完了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434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ready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社内レビュー用。マネージャー / 管理者のみ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公開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381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published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383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職員が自分のシフトを閲覧可能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6052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▶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955280" y="34747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</a:rPr>
              <a:t>▶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「作成完了」を押すと差し戻し不可（公開前提）。慎重に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シフトの再公開（差し替え）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⚠️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公開後の編集は「差分警告」が出る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「再公開」を押すと変更が職員に反映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📨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通知が職員側に届く（誰がいつ変更したか記録）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「is_confirmed=true」のレコードは自動上書きしない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📜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変更履歴は監査ログに残る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🚐 送迎担当（自動割当）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「送迎を生成」ボタンで自動割当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👥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優先順: 出勤者 → 勤務時間内 → エリア一致 → 同便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送迎につき最大 2 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条件未達は「未割当」赤枠で警告（空欄にしない）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⚖️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トリップ数を職員間で均等分散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✋ 送迎担当（手動修正）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🖱️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送迎セルをクリックして担当者を追加・削除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送迎時刻も同時に調整可能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🚫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勤務時間外の職員は警告マーク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⏳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キャンセル待ちは「集約バー」で別表示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印刷ボタンで A4 横で出力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利用料金表（月選択・自動計算）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月を選択すると児童一覧が表示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🔢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出席日数を自動カウント（出席判定通り）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🍪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おやつ消耗品代 = 出席日数 × ¥50（自動）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✏️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公文代は児童設定の月額（固定）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🎉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当月のイベントが列として表示（参加チェック）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💴 利用料金表（オーバーライド・印刷）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📝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利用負担額の初期値を手動で上書き可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☑️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イベント参加は児童ごとにチェック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💾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保存すると billing_summaries に永続化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印刷で A4 横にフィット（受取日列を除外）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再印刷時は同じ数字（snapshot 保存）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業務日報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日付範囲を選んで複数日連続印刷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👶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当日の利用者一覧（出欠席・備考）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👷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当日の出勤職員一覧（時刻）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活動内容欄（事業所設定の定型文を印字）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日 1 ページ A4 縦で印刷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📤 日次出力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👶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当日の利用児童カード（DnD 並び替え可）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送迎担当・到着時刻が一目で分かる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キャンセル待ちは別セクション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👷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出勤職員の人数・有資格者数を表示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印刷で当日のサマリ A4 出力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週次送迎表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📆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週間分の送迎担当を一覧表示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👤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職員ごとの行 / 日付ごとの列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セルに送迎担当の児童名と時刻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横で印刷可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👁️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送迎が無効の事業所では表示されない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同席日数（職員 × 児童）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行: 児童 / 列: 職員 / セル: 同席日数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時間帯重複で同席判定（max(start) &lt; min(end)）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月単位で集計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A4 横で印刷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担当の偏りを発見しやすい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🏖 休み希望（確認・承認）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👀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提出された全職員の希望を一覧表示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🔴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公休 / 有給 / 出勤可能 を色分け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日ごとの希望者数集計（集中日が見える）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✏️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直接編集可（職員に代わって追加・削除）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締切前なら何度でも修正できる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シフト変更申請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📨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部下からの変更申請が一覧で届く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理由・希望日時を確認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✅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「承認」を押すとシフトに反映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「却下」する場合はコメント必須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⚠️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出勤中の管理者のみ承認可（不在時は admin へ）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部下管理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21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管轄事業所の職員一覧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🔍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個別職員の詳細プロフィール（住所・連絡先除く）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📊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研修・遵守事項・お知らせの既読率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出勤履歴・休暇取得履歴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💬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DM 機能で個別連絡可能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👶 児童管理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22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自事業所の在籍児童一覧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新規児童の追加・編集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料金設定（市町村・上限額・公文月額）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送迎情報（迎えエリア・送りエリア）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DnD で表示順を変更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👷 職員管理（シフト用設定）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23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基本勤務時間（default_start/end_time）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資格・シフト用資格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送迎可能エリア（迎え・送り）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ドライバー / 添乗員フラグ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DnD でシフト表の表示順を変更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職員の追加・退職・ロール変更は管理者の役割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🎉 イベント設定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24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当月のイベント一覧（誕生日会・お花見等）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➕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名前・日付・参加費を入力して追加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✏️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事後修正・削除も可能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料金表に自動で列として登場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🔁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月切替で過去のイベントも見られる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事業所設定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25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コアタイム（提供時間）の開始・終了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🎓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有資格者の最低出勤人数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🏷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送迎エリアラベル（迎え・送り）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資格タイプの定義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業務日報のテンプレート文章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🏷 カテゴリ管理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26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943600" cy="4389120"/>
          </a:xfrm>
          <a:prstGeom prst="roundRect">
            <a:avLst>
              <a:gd name="adj" fmla="val 2083"/>
            </a:avLst>
          </a:prstGeom>
          <a:solidFill>
            <a:srgbClr val="F5F5F5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5943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📸 画面のイメージ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751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0" y="182880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お知らせ / 研修 / マニュアル / 遵守事項 用に独立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0" y="26974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アイコン（絵文字）+ 色を設定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🔄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0" y="35661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DnD で表示順を変更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0" y="44348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他の分類から取り込む機能あり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303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2809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5303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追加・編集後すぐ親画面に反映（修正済）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📢 コンテンツの作成・編集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728655" y="91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27 / 28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480560"/>
          </a:xfrm>
          <a:prstGeom prst="roundRect">
            <a:avLst>
              <a:gd name="adj" fmla="val 3061"/>
            </a:avLst>
          </a:prstGeom>
          <a:solidFill>
            <a:srgbClr val="F5F5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共通の編集パターン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お知らせ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配信対象（事業所 / 役職）を絞れる。既読記録あり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📚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3383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 + PDF + 動画。受講提出と合否判定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4592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業務マニュアル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2336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/ 動画 / 本文。閲覧記録のみ（合否なし）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8090"/>
                </a:solidFill>
              </a:rPr>
              <a:t>📜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645920" y="4937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遵守事項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23360" y="4937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同意チェック必須。更新時は再同意リセット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57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dirty="0">
                <a:solidFill>
                  <a:srgbClr val="FFFFFF"/>
                </a:solidFill>
              </a:rPr>
              <a:t>💬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困ったら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66751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384048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57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🏢 管理者へ連絡
</a:t>
            </a:r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/ 電話 / 直接 — どの手段でも OK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28 / 28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deaf-ic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マネージャー操作ガイド</dc:title>
  <dc:subject>PptxGenJS Presentation</dc:subject>
  <dc:creator>認定NPO法人 名古屋ろう国際センター</dc:creator>
  <cp:lastModifiedBy>認定NPO法人 名古屋ろう国際センター</cp:lastModifiedBy>
  <cp:revision>1</cp:revision>
  <dcterms:created xsi:type="dcterms:W3CDTF">2026-05-07T05:42:16Z</dcterms:created>
  <dcterms:modified xsi:type="dcterms:W3CDTF">2026-05-07T05:42:16Z</dcterms:modified>
</cp:coreProperties>
</file>